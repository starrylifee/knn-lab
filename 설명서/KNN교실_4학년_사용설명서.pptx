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맑은 고딕"/>
              </a:rPr>
              <a:t>KNN 알고리즘 교실</a:t>
            </a:r>
          </a:p>
          <a:p>
            <a:pPr>
              <a:spcBef>
                <a:spcPts val="1000"/>
              </a:spcBef>
            </a:pPr>
            <a:r>
              <a:rPr sz="3400" b="1">
                <a:solidFill>
                  <a:srgbClr val="C7D2FE"/>
                </a:solidFill>
                <a:latin typeface="맑은 고딕"/>
              </a:rPr>
              <a:t>4학년 · 감정일기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선생님용 사용 설명서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E0E7FF"/>
                </a:solidFill>
                <a:latin typeface="맑은 고딕"/>
              </a:rPr>
              <a:t>설문조사 우리 반 감정일기를 KNN으로 · 6차시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E0E7FF"/>
                </a:solidFill>
                <a:latin typeface="맑은 고딕"/>
              </a:rPr>
              <a:t>접속: knn-lab.vercel.app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학급 만들고 학생 입장시키기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185970"/>
            <a:ext cx="6784848" cy="3400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4_teach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834"/>
            <a:ext cx="6675120" cy="32907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325880"/>
            <a:ext cx="45720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600200"/>
            <a:ext cx="4206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교사 (수업 준비)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1. knn-lab.vercel.app → '교사 대시보드' 선택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2. '새 학급 만들기'에서 학년(4학년)·학급 이름·교사 PIN(4자리) 입력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3. 만들어진 학급 코드를 확인 (예: 화면의 DEMO4)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4. 코드 글자를 누르면 전자칠판용으로 크게 볼 수 있어요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학생 (입장)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1. 첫 화면에서 '4학년 감정일기' 선택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2. 학급 코드 + 내 출석번호 입력 → 들어가기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3. 이름 대신 출석번호만 사용해요 (개인정보 보호)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5440680"/>
            <a:ext cx="4389120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0">
                <a:solidFill>
                  <a:srgbClr val="854D0E"/>
                </a:solidFill>
                <a:latin typeface="맑은 고딕"/>
              </a:rPr>
              <a:t>같은 반 학생이 같은 번호로 들어오면 서로 데이터를 덮어쓸 수 있어요. 번호를 정확히 안내하세요.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1차시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비슷한 친구 찾기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028390"/>
            <a:ext cx="6967728" cy="3715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4_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83254"/>
            <a:ext cx="6858000" cy="36058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325880"/>
            <a:ext cx="4206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7947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🎯 이 차시 목표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‘비슷하다 = 가깝다’를 놀이동산 취향 카드로 몸으로 이해해요.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📋 진행 순서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① 좋아하는 카드 4장 고르기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② ‘비슷한 친구 찾기’로 겹친 수 순위 보기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③ ‘우리 반 데이터로 저장하기’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④ 겹친 카드가 많을수록 가까운 이웃임을 이야기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💡 진행 팁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앱 조작이 5~10분으로 짧아요. 카드를 들고 ‘같은 것 많은 친구끼리 모이기’ 같은 오프라인 활동을 곁들이면 40분이 알차요.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2차시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하루를 숫자로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028390"/>
            <a:ext cx="6967728" cy="3715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4_t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83254"/>
            <a:ext cx="6858000" cy="36058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325880"/>
            <a:ext cx="4206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7947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🎯 이 차시 목표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마음(기분)을 컴퓨터가 비교할 수 있게 숫자(활력·집중·관계)로 바꿔요.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📋 진행 순서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① 10문항에 정직하게 답하기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② ‘내 점수 보기’로 세 막대 확인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③ ‘오늘 기록 저장하기’ 꼭 누르기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④ 숫자로 바꾸는 것의 편리함·한계 이야기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💡 진행 팁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‘계산 = 저장’이 아니에요. 저장을 눌러야 4차시 반 그래프에 점이 생깁니다. (개인정보 보호를 위해 문항별 답은 저장하지 않고 세 점수만 저장돼요.)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3차시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KNN을 직접 해 보기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028390"/>
            <a:ext cx="6967728" cy="3715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4_t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83254"/>
            <a:ext cx="6858000" cy="36058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325880"/>
            <a:ext cx="4206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7947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🎯 이 차시 목표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가까운 이웃 K명의 투표로 내 상태를 정하는 KNN 원리를 손으로 이해해요.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📋 진행 순서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① 그래프를 클릭해 내 위치 찍기 (2차시 점수가 있으면 자동)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② 거리 표에서 가까운 친구 살펴보기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③ K(1·3·5)를 바꿔가며 투표 결과 관찰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💡 진행 팁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4학년은 루트·음수를 안 배웠으니 ‘거리 = 작을수록 가깝다’로만 다뤄요. K를 1과 5로 바꿔 ‘한 명만 믿기 vs 여러 명에게 묻기’를 비교하게 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4차시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그래프 읽기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028390"/>
            <a:ext cx="6967728" cy="3715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4_t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83254"/>
            <a:ext cx="6858000" cy="36058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325880"/>
            <a:ext cx="4206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7947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🎯 이 차시 목표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반 전체 데이터를 그래프로 읽고, AI 분류의 장점과 한계를 토의해요.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📋 진행 순서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① 우리 반 점 그래프에서 모여 있는 무리 찾기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② 상태 카드 분포(몇 명씩) 확인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③ 세 가지 토론 질문으로 이야기 나누기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💡 진행 팁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학생 화면은 번호를 숨겨 점만 보여요(누가 누구인지 안 보임). 번호별 확인이 필요하면 교사 대시보드의 ‘감정 그래프’를 전자칠판에 띄우세요.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5차시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웹앱 기획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028390"/>
            <a:ext cx="6967728" cy="3715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4_t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83254"/>
            <a:ext cx="6858000" cy="36058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325880"/>
            <a:ext cx="4206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7947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🎯 이 차시 목표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우리가 쓸 KNN 기분 분석 앱을 직접 기획해요.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📋 진행 순서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① 앱 이름·사용 대상 정하기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② 필요한 기능 고르기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③ 화면 모습·지킬 약속 쓰기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④ ‘기획서 제출하기’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💡 진행 팁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제출된 기획서는 교사 대시보드 ‘5차시 기획서’에 모여요. ‘걱정되는 점’에서 개인정보·안전 이야기가 나오게 유도하면 좋아요.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6차시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감정일기 앱 사용·검토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140891"/>
            <a:ext cx="6967728" cy="34906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4_t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5755"/>
            <a:ext cx="6858000" cy="33808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325880"/>
            <a:ext cx="42062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54480"/>
            <a:ext cx="37947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🎯 이 차시 목표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완성된 앱을 사용해 보고, 개발자의 눈으로 검토해요.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📋 진행 순서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① 10문항 답하고 ‘분석하기’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② KNN 상태 카드 + AI 한마디 확인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③ 별점 3개·한 줄 검토평 남기기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💡 진행 팁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여러 명이 동시에 ‘분석하기’를 누르면 AI 응답이 느려질 수 있어요. 모둠별로 순서를 정해 누르게 하면 매끄럽습니다.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교사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수업 중 이렇게 활용하세요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" y="2185970"/>
            <a:ext cx="6784848" cy="34004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4_teacher_scat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834"/>
            <a:ext cx="6675120" cy="32907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325880"/>
            <a:ext cx="45720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1600200"/>
            <a:ext cx="4206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현황·설정 탭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1~40번 격자로 누가 냈는지 한눈에 (색 없는 번호 = 미제출)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AI 한마디 기능을 켜고 끌 수 있어요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감정 그래프(전자칠판) 탭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반 전체 감정 분포를 큰 그래프로 함께 읽기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날짜를 골라 그날 기록만 볼 수 있어요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이 화면은 번호가 보이므로 교사용으로만 쓰세요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각 차시 탭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취향카드·감정 기록·기획서·검토평을 모아 봐요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5440680"/>
            <a:ext cx="4389120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0">
                <a:solidFill>
                  <a:srgbClr val="854D0E"/>
                </a:solidFill>
                <a:latin typeface="맑은 고딕"/>
              </a:rPr>
              <a:t>데이터는 안전을 위해 대시보드에서 한꺼번에 지워지지 않아요. 새 수업엔 ‘새 학급’을 만들어 새 코드를 쓰세요.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92608"/>
            <a:ext cx="192024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3730A3"/>
                </a:solidFill>
                <a:latin typeface="맑은 고딕"/>
              </a:rPr>
              <a:t>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0"/>
            <a:ext cx="91440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맑은 고딕"/>
              </a:rPr>
              <a:t>수업 전 확인 &amp; 안전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8813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6984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3730A3"/>
                </a:solidFill>
                <a:latin typeface="맑은 고딕"/>
              </a:rPr>
              <a:t>수업 전 체크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전자칠판에 학급 코드를 크게 띄웠는지 (대시보드에서 코드 클릭)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크롬북을 학생별(또는 반) 구글 프로필로 로그인해 두면 같은 번호 재저장 문제가 예방돼요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인터넷 연결 상태 확인 (30대 동시 접속)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3730A3"/>
                </a:solidFill>
                <a:latin typeface="맑은 고딕"/>
              </a:rPr>
              <a:t>학생 안전·개인정보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감정·취향 데이터는 이름 없이 출석번호로만 저장돼요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AI(Solar) 기능을 쓰면 입력이 AI 서버로 전송된다는 안내가 화면에 있어요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학생에게 ‘이름·연락처는 적지 않기’를 안내하세요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맑은 고딕"/>
              </a:rPr>
              <a:t>· 4차시 산점도는 학생 화면에서 번호를 숨겨 감정이 특정 학생과 연결되지 않게 했어요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